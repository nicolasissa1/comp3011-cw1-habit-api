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6C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Habit &amp; Productivity Analytics 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COMP3011 Coursework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000"/>
              </a:spcBef>
              <a:spcAft>
                <a:spcPts val="1000"/>
              </a:spcAft>
              <a:defRPr sz="4000" b="1">
                <a:solidFill>
                  <a:srgbClr val="FFFFFF"/>
                </a:solidFill>
              </a:defRPr>
            </a:pPr>
            <a:r>
              <a:t>Project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✓ RESTful API for tracking daily habits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✓ Log completions and view analytics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✓ Streak tracking and weekly summaries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✓ 100% test coverage (10/10 tests passing)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✓ Production-ready with comprehensive documentation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000"/>
              </a:spcBef>
              <a:spcAft>
                <a:spcPts val="1000"/>
              </a:spcAft>
              <a:defRPr sz="4000" b="1">
                <a:solidFill>
                  <a:srgbClr val="FFFFFF"/>
                </a:solidFill>
              </a:defRPr>
            </a:pPr>
            <a:r>
              <a:t>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🔧 FastAPI 0.129.1 - Async web framework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🗄️  SQLAlchemy 2.0.46 - ORM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✔️  Pydantic 2.12.5 - Data validation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🗄️  SQLite/PostgreSQL - Database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🧪 Pytest 9.0.2 - Testing framework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000"/>
              </a:spcBef>
              <a:spcAft>
                <a:spcPts val="1000"/>
              </a:spcAft>
              <a:defRPr sz="4000" b="1">
                <a:solidFill>
                  <a:srgbClr val="FFFFFF"/>
                </a:solidFill>
              </a:defRPr>
            </a:pPr>
            <a: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🎨 Layered Architecture: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  • API Layer (FastAPI + Pydantic)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  • Router Layer (Modular endpoints)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  • Service Layer (Business logic)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  • Data Access Layer (SQLAlchemy ORM)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  • Database Layer (SQLite/PostgreSQL)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000"/>
              </a:spcBef>
              <a:spcAft>
                <a:spcPts val="1000"/>
              </a:spcAft>
              <a:defRPr sz="4000" b="1">
                <a:solidFill>
                  <a:srgbClr val="FFFFFF"/>
                </a:solidFill>
              </a:defRPr>
            </a:pPr>
            <a:r>
              <a:t>Key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📝 Habit Management - Create, read, update, delete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📅 Completion Logging - Track daily completions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📊 Analytics - Streak calculation &amp; summaries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📄 Pagination - Efficient data retrieval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🛡️  Error Handling - Comprehensive validation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000"/>
              </a:spcBef>
              <a:spcAft>
                <a:spcPts val="1000"/>
              </a:spcAft>
              <a:defRPr sz="4000" b="1">
                <a:solidFill>
                  <a:srgbClr val="FFFFFF"/>
                </a:solidFill>
              </a:defRPr>
            </a:pPr>
            <a:r>
              <a:t>API Endpoints (12 total)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Habits: POST, GET, PATCH, DELETE /habits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Logs: POST, GET, DELETE /habits/{id}/logs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Analytics: GET /habits/{id}/streak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Analytics: GET /analytics/weekly-summary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Health: GET /health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000"/>
              </a:spcBef>
              <a:spcAft>
                <a:spcPts val="1000"/>
              </a:spcAft>
              <a:defRPr sz="4000" b="1">
                <a:solidFill>
                  <a:srgbClr val="FFFFFF"/>
                </a:solidFill>
              </a:defRPr>
            </a:pPr>
            <a:r>
              <a:t>Database Schema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📊 Habits Table: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  • id, name, description, frequency, is_active, created_at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📊 Habit_Logs Table: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  • id, habit_id (FK), date, notes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  • Unique constraint: (habit_id, date)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000"/>
              </a:spcBef>
              <a:spcAft>
                <a:spcPts val="1000"/>
              </a:spcAft>
              <a:defRPr sz="4000" b="1">
                <a:solidFill>
                  <a:srgbClr val="FFFFFF"/>
                </a:solidFill>
              </a:defRPr>
            </a:pPr>
            <a:r>
              <a:t>Security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✅ Input Validation (Pydantic)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✅ SQL Injection Prevention (Parameterized queries)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✅ CORS Configuration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✅ Global Error Handling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✅ Future: JWT Auth, Rate Limiting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000"/>
              </a:spcBef>
              <a:spcAft>
                <a:spcPts val="1000"/>
              </a:spcAft>
              <a:defRPr sz="4000" b="1">
                <a:solidFill>
                  <a:srgbClr val="FFFFFF"/>
                </a:solidFill>
              </a:defRPr>
            </a:pPr>
            <a:r>
              <a:t>Testing (10/10 PASSED)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✓ 3 CRUD operation tests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✓ 3 Validation tests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✓ 2 Analytics tests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✓ 2 Error handling tests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✓ 100% passing rate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000"/>
              </a:spcBef>
              <a:spcAft>
                <a:spcPts val="1000"/>
              </a:spcAft>
              <a:defRPr sz="4000" b="1">
                <a:solidFill>
                  <a:srgbClr val="FFFFFF"/>
                </a:solidFill>
              </a:defRPr>
            </a:pPr>
            <a:r>
              <a:t>Performance Metrics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⚡ Create Habit: ~15ms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⚡ Get Habit: ~5ms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⚡ List Habits: ~8ms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⚡ Streak Calculation: ~20ms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⚡ Weekly Summary: ~25ms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000"/>
              </a:spcBef>
              <a:spcAft>
                <a:spcPts val="1000"/>
              </a:spcAft>
              <a:defRPr sz="4000" b="1">
                <a:solidFill>
                  <a:srgbClr val="FFFFFF"/>
                </a:solidFill>
              </a:defRPr>
            </a:pPr>
            <a:r>
              <a:t>Deployment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🚀 Development: uvicorn with reload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🚀 Production: Gunicorn + Uvicorn workers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🚀 Database: SQLite (dev) → PostgreSQL (prod)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🚀 Hosting: Heroku, AWS, or Google Cloud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🚀 CI/CD: GitHub Actions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000"/>
              </a:spcBef>
              <a:spcAft>
                <a:spcPts val="1000"/>
              </a:spcAft>
              <a:defRPr sz="4000" b="1">
                <a:solidFill>
                  <a:srgbClr val="FFFFFF"/>
                </a:solidFill>
              </a:defRPr>
            </a:pPr>
            <a:r>
              <a:t>Future Enhancements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v1.1 - JWT Authentication, Rate Limiting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v1.2 - User Accounts, Advanced Analytics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v1.3 - Redis Caching, Performance Optimization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v2.0 - Mobile App, Notifications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Roadmap: Quarterly releases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000"/>
              </a:spcBef>
              <a:spcAft>
                <a:spcPts val="1000"/>
              </a:spcAft>
              <a:defRPr sz="4000" b="1">
                <a:solidFill>
                  <a:srgbClr val="FFFFFF"/>
                </a:solidFill>
              </a:defRPr>
            </a:pPr>
            <a: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✅ Complete API implementation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✅ Comprehensive testing (100% pass)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✅ Production-ready architecture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✅ Excellent documentation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✅ Clear roadmap for enhancements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